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B692E"/>
          </a:solidFill>
          <a:ln w="12700">
            <a:solidFill>
              <a:srgbClr val="EB692E"/>
            </a:solidFill>
            <a:prstDash val="solid"/>
          </a:ln>
        </p:spPr>
      </p:sp>
      <p:pic>
        <p:nvPicPr>
          <p:cNvPr id="3" name="Image 0" descr="/private/tmp/claude-501/-Users-francoisgillet-Documents-GitHub-sobloo-import-data/e39dc0d3-846a-4165-a4ca-b56e7575ff5e/scratchpad/deck/assets/lagoo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377440" cy="874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37560" y="777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</a:t>
            </a:r>
            <a:endParaRPr lang="en-US" sz="2400" dirty="0"/>
          </a:p>
        </p:txBody>
      </p:sp>
      <p:pic>
        <p:nvPicPr>
          <p:cNvPr id="5" name="Image 1" descr="/private/tmp/claude-501/-Users-francoisgillet-Documents-GitHub-sobloo-import-data/e39dc0d3-846a-4165-a4ca-b56e7575ff5e/scratchpad/deck/assets/soblo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841248"/>
            <a:ext cx="2194560" cy="4837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B69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REPRISE SMILE → SO'BLOO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d'avancement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Cartographie de Smile, volumes, décisions et points à trancher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22960" y="5120640"/>
            <a:ext cx="731520" cy="0"/>
          </a:xfrm>
          <a:prstGeom prst="line">
            <a:avLst/>
          </a:prstGeom>
          <a:noFill/>
          <a:ln w="31750">
            <a:solidFill>
              <a:srgbClr val="EB692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5257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François Gillet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CTO Lagoon · 27 octobre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Volumes à reprendre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Inventaire Smile du 27/10/2026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2103120"/>
                <a:gridCol w="45079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Dans Smile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reprendre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Remarque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1. Comptes comptables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157 comptes GL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110 actifs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Lien avec les catégories de rapport de vente à établir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 Clients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57 600 comptes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26 264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Clients ayant au moins un abonnement à reprendre. Dont 2 832 pros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3. Options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736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124 utilisées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Hors réductions. Mélange vraies options (MultiEcran HD, Prioritaire, IP fixe…), choix de frais de mise en service et choix par défaut (No Static IP)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 Articles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252 plans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≈ 68 utilisés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Hors plans d'état technique (active, locked, closed…)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5. Réductions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20 utilisées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Appliquées à 7 217 abonnements. 77 % portent sur une réduction expirée dans Smile : encore facturée ?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6. Abonnements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186 402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50 371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Active ou Suspended. Exclus : 107 649 clôturés, 25 950 Self Care, 2 338 commandes en cours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private/tmp/claude-501/-Users-francoisgillet-Documents-GitHub-sobloo-import-data/e39dc0d3-846a-4165-a4ca-b56e7575ff5e/scratchpad/deck/assets/lagoo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822960" cy="3026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638251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Reprise Smile → So'Bloo | Confidentiel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0241280" y="6382512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Décisions Lagoon du 27/10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reporter dans le fichier de cadrage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3367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Sujet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Décision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Conséquence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Clés de rapprochement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usn du compte pour les clients, usn de l'abonnement pour les abonnements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Uniques et toujours renseignés ; pas d'ID de contrat (non utilisé dans Smile)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RIB et mandats SEPA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Hors périmètre : déjà gérés dans So'Bloo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L'import clients ne doit pas les écraser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Abonnements Self Care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Accès au portail client, pas un abonnement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25 950 non repris ; accès limité et revendeur portés par le client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Plans active, locked, closed, inactive, freesusp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États techniques, pas des offres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Non importés comme articles ; servent à déduire l'état Suspendu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Contentieux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Statut de recouvrement : la disposition Smile fait foi, pas le type de compte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949 comptes ; 92 repris car ils ont un abonnement actif. Le type de compte Contentieux n'est pas repris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Procuration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À migrer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 contact avec procuration pour les clients repris : 14 437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private/tmp/claude-501/-Users-francoisgillet-Documents-GitHub-sobloo-import-data/e39dc0d3-846a-4165-a4ca-b56e7575ff5e/scratchpad/deck/assets/lagoo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822960" cy="3026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638251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Reprise Smile → So'Bloo | Confidentiel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0241280" y="6382512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Onglet Clients : correspondance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 lignes du cadrage rapprochées des champs Smile (brouillon). Volumes sur les 26 264 clients à reprendre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31089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Couvert par Smile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Identité, e-mail (99 %)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 en texte libre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RIDET : champ « ABN » (2 828)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N° Conso+ (6 643)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Procuration (14 437)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de naissance (6 560)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Accès limité (51), revendeur (10)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600200"/>
            <a:ext cx="352044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1600200"/>
            <a:ext cx="73152" cy="3108960"/>
          </a:xfrm>
          <a:prstGeom prst="rect">
            <a:avLst/>
          </a:prstGeom>
          <a:solidFill>
            <a:srgbClr val="EB692E"/>
          </a:solidFill>
          <a:ln w="12700">
            <a:solidFill>
              <a:srgbClr val="EB6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Absent de Smile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2856" y="21945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Mobiles supplémentaires (champs vides)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Chorus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Forme juridique, SIRET, APE, RCS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Civilité (9 renseignées)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Hiérarchie parent / enfant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9872" y="1600200"/>
            <a:ext cx="352044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600200"/>
            <a:ext cx="73152" cy="3108960"/>
          </a:xfrm>
          <a:prstGeom prst="rect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737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Hors périmètre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48472" y="21945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RIB (masqué dans Smile)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RUM, date de signature, statut du mandat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Prélèvement automatique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Déjà gérés dans So'Bloo depuis l'import SEPA</a:t>
            </a:r>
            <a:endParaRPr lang="en-US" sz="1200" dirty="0"/>
          </a:p>
        </p:txBody>
      </p:sp>
      <p:pic>
        <p:nvPicPr>
          <p:cNvPr id="16" name="Image 0" descr="/private/tmp/claude-501/-Users-francoisgillet-Documents-GitHub-sobloo-import-data/e39dc0d3-846a-4165-a4ca-b56e7575ff5e/scratchpad/deck/assets/lagoo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822960" cy="30266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08760" y="638251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Reprise Smile → So'Bloo | Confidentiel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241280" y="6382512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corriger dans Smile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 import, sur les 26 264 clients et 50 371 abonnements à reprendre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  <a:gridCol w="569671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Point à corriger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Volume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Pourquoi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39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N° Conso+ en double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50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Champ unique dans So'Bloo : lignes bloquées à l'import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Abonnements actifs sur le plan inactive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68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État de l'abonnement incohérent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Comptes en contentieux avec abonnement actif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435 abonnements, dont 126 suspendus : un compte en contentieux ne devrait pas en avoir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Téléphones à 12 chiffres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368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Deux numéros saisis dans le même champ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RIDET au mauvais format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2 165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Sur 2 828 RIDET, seuls 663 respectent le format 1234567.001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E-mails au format invalide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F2F2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Smile ne contrôle pas le format de l'e-mail à la saisie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private/tmp/claude-501/-Users-francoisgillet-Documents-GitHub-sobloo-import-data/e39dc0d3-846a-4165-a4ca-b56e7575ff5e/scratchpad/deck/assets/lagoo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822960" cy="3026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638251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Reprise Smile → So'Bloo | Confidentiel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0241280" y="6382512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Points à trancher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 de valider l'onglet Clients et de lancer le lot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Sobloo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" cy="0"/>
          </a:xfrm>
          <a:prstGeom prst="line">
            <a:avLst/>
          </a:prstGeom>
          <a:noFill/>
          <a:ln w="25400">
            <a:solidFill>
              <a:srgbClr val="EB6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 clients sans écraser RIB et mandats SEPA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Procuration : date et lieu de naissance du mandataire exigés, absents de Smile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Catalogue : 1 service Smile = 1 famille d'articles, 1 plan = 1 article ?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des fichiers : CSV ou XLSX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de bascule : dernière facturation Smile, première So'Bloo 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554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3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Lagoon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48640" cy="0"/>
          </a:xfrm>
          <a:prstGeom prst="line">
            <a:avLst/>
          </a:prstGeom>
          <a:noFill/>
          <a:ln w="25400">
            <a:solidFill>
              <a:srgbClr val="EB6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19456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 de facturation : type 0 ou 1 (différentes pour 1 464 clients)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: trier vraies options, choix de frais de mise en service et choix par défaut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RIDET sans numéro d'établissement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 « Compte Smile » avec abonnement actif : exclus ?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Contentieux : quelle date reprendre ? (la disposition Smile n'est pas datée)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Contentieux sans abonnement actif : à reprendre pour le recouvrement ?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Réductions expirées encore souscrites (5 653) : facturées ?</a:t>
            </a:r>
            <a:endParaRPr lang="en-US" sz="1300" dirty="0"/>
          </a:p>
        </p:txBody>
      </p:sp>
      <p:pic>
        <p:nvPicPr>
          <p:cNvPr id="10" name="Image 0" descr="/private/tmp/claude-501/-Users-francoisgillet-Documents-GitHub-sobloo-import-data/e39dc0d3-846a-4165-a4ca-b56e7575ff5e/scratchpad/deck/assets/lagoo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822960" cy="30266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6382512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Reprise Smile → So'Bloo | Confidentiel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241280" y="6382512"/>
            <a:ext cx="1399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Reprise Smile → So'Bloo : point d'avancement</dc:title>
  <dc:subject>PptxGenJS Presentation</dc:subject>
  <dc:creator>François Gillet</dc:creator>
  <cp:lastModifiedBy>François Gillet</cp:lastModifiedBy>
  <cp:revision>1</cp:revision>
  <dcterms:created xsi:type="dcterms:W3CDTF">2026-10-27T00:01:38Z</dcterms:created>
  <dcterms:modified xsi:type="dcterms:W3CDTF">2026-10-27T00:01:38Z</dcterms:modified>
</cp:coreProperties>
</file>